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3C2078"/>
                </a:solidFill>
              </a:defRPr>
            </a:pPr>
            <a:r>
              <a:t>Learnly ? OS2 (????? ????? 5 ?????)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Flutter ? Android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C2078"/>
                </a:solidFill>
              </a:defRPr>
            </a:pPr>
            <a:r>
              <a:t>???? ???????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???? ??????? ????? ????? ???????</a:t>
            </a:r>
          </a:p>
          <a:p>
            <a:pPr>
              <a:defRPr sz="2200"/>
            </a:pPr>
            <a:r>
              <a:t>????? ????? ????? ????????</a:t>
            </a:r>
          </a:p>
          <a:p>
            <a:pPr>
              <a:defRPr sz="2200"/>
            </a:pPr>
            <a:r>
              <a:t>??????? ??????: ??? 5 ????? ???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C2078"/>
                </a:solidFill>
              </a:defRPr>
            </a:pPr>
            <a:r>
              <a:t>??????? ???????? (5 ???)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80467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937760"/>
              </a:tblGrid>
              <a:tr h="877824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1) Splash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???? ??????? + ???? ???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2) Login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????? ???? ????????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3) 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????? ???? ????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4) Home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??? ???????? ???????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5) Course Detail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?????? ?????? + ?? ????????/????????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C2078"/>
                </a:solidFill>
              </a:defRPr>
            </a:pPr>
            <a:r>
              <a:t>??? ???? ???????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Splash: ??? ?????? ?? ???????? ???????</a:t>
            </a:r>
          </a:p>
          <a:p>
            <a:pPr>
              <a:defRPr sz="2200"/>
            </a:pPr>
            <a:r>
              <a:t>Login: ????? ?????? ?????? ?????</a:t>
            </a:r>
          </a:p>
          <a:p>
            <a:pPr>
              <a:defRPr sz="2200"/>
            </a:pPr>
            <a:r>
              <a:t>Register: ????? ???? ????</a:t>
            </a:r>
          </a:p>
          <a:p>
            <a:pPr>
              <a:defRPr sz="2200"/>
            </a:pPr>
            <a:r>
              <a:t>Home: ????? ?????? ?????</a:t>
            </a:r>
          </a:p>
          <a:p>
            <a:pPr>
              <a:defRPr sz="2200"/>
            </a:pPr>
            <a:r>
              <a:t>Course Detail: ??????? ?????? ?????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C2078"/>
                </a:solidFill>
              </a:defRPr>
            </a:pPr>
            <a:r>
              <a:t>???? ?? ???????</a:t>
            </a:r>
          </a:p>
        </p:txBody>
      </p:sp>
      <p:pic>
        <p:nvPicPr>
          <p:cNvPr id="3" name="Picture 2" descr="WhatsApp Image 2026-04-05 at 5.53.03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0"/>
            <a:ext cx="6400800" cy="1433456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630936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????? Home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C2078"/>
                </a:solidFill>
              </a:defRPr>
            </a:pPr>
            <a:r>
              <a:t>??????? ?????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????? ????? ???? 5 ????? ???</a:t>
            </a:r>
          </a:p>
          <a:p>
            <a:pPr>
              <a:defRPr sz="2200"/>
            </a:pPr>
            <a:r>
              <a:t>????? ??????? ??? ???? ?? Emulator</a:t>
            </a:r>
          </a:p>
          <a:p>
            <a:pPr>
              <a:defRPr sz="2200"/>
            </a:pPr>
            <a:r>
              <a:t>???????? ??? ??????? ?????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