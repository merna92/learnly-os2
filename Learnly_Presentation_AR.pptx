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Learnly ? ????? OS2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????? ?????? ???????? ? Flutter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????? ?????? ??????? ??????? ?????????</a:t>
            </a:r>
          </a:p>
          <a:p>
            <a:pPr>
              <a:defRPr sz="2200"/>
            </a:pPr>
            <a:r>
              <a:t>????? ?????? ???? OS2 ???? ???????</a:t>
            </a:r>
          </a:p>
          <a:p>
            <a:pPr>
              <a:defRPr sz="2200"/>
            </a:pPr>
            <a:r>
              <a:t>????? ????????? (Android + 10 ????? + API)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??????? 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????? ???? ?????? ????</a:t>
            </a:r>
          </a:p>
          <a:p>
            <a:pPr>
              <a:defRPr sz="2200"/>
            </a:pPr>
            <a:r>
              <a:t>???? ??????? ??? ?????</a:t>
            </a:r>
          </a:p>
          <a:p>
            <a:pPr>
              <a:defRPr sz="2200"/>
            </a:pPr>
            <a:r>
              <a:t>???? ?????? ?????? + ??????/??????</a:t>
            </a:r>
          </a:p>
          <a:p>
            <a:pPr>
              <a:defRPr sz="2200"/>
            </a:pPr>
            <a:r>
              <a:t>?????? ?????? ?? ??????</a:t>
            </a:r>
          </a:p>
          <a:p>
            <a:pPr>
              <a:defRPr sz="2200"/>
            </a:pPr>
            <a:r>
              <a:t>Wishlist + Checkout + Certificate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???????? 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Flutter (Android)</a:t>
            </a:r>
          </a:p>
          <a:p>
            <a:pPr>
              <a:defRPr sz="2200"/>
            </a:pPr>
            <a:r>
              <a:t>REST API ???? ?????? ??????</a:t>
            </a:r>
          </a:p>
          <a:p>
            <a:pPr>
              <a:defRPr sz="2200"/>
            </a:pPr>
            <a:r>
              <a:t>??? ?????? ???????? ?????? (SharedPreferences)</a:t>
            </a:r>
          </a:p>
          <a:p>
            <a:pPr>
              <a:defRPr sz="2200"/>
            </a:pPr>
            <a:r>
              <a:t>??? ?????? ???????? (CachedNetworkImage)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 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Splash ? Login/Register</a:t>
            </a:r>
          </a:p>
          <a:p>
            <a:pPr>
              <a:defRPr sz="2200"/>
            </a:pPr>
            <a:r>
              <a:t>Home ? ?????? ????</a:t>
            </a:r>
          </a:p>
          <a:p>
            <a:pPr>
              <a:defRPr sz="2200"/>
            </a:pPr>
            <a:r>
              <a:t>Course Detail ? ??????</a:t>
            </a:r>
          </a:p>
          <a:p>
            <a:pPr>
              <a:defRPr sz="2200"/>
            </a:pPr>
            <a:r>
              <a:t>My Learning ? ?????? ??????</a:t>
            </a:r>
          </a:p>
          <a:p>
            <a:pPr>
              <a:defRPr sz="2200"/>
            </a:pPr>
            <a:r>
              <a:t>Profile ? ?????? 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??????? (13+)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</a:tblGrid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Splash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???? ??????? + ????? ????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Authentication + MFA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RBAC + ????? ???? ??????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???? + ?????? ?? API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Course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ACL ?????????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My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Progress + Capabilities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Video 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Session Control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Least Privilege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Audit Log / IDS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Wishlist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Revocation of Access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Integrity / Encryption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PKI + Digital Signature</a:t>
                      </a:r>
                    </a:p>
                  </a:txBody>
                  <a:tcPr/>
                </a:tc>
              </a:tr>
              <a:tr h="33763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Domain of Protection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 ?????? OS2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Ch05: RBAC, ACL, DAC, Capabilities, Least Privilege</a:t>
            </a:r>
          </a:p>
          <a:p>
            <a:pPr>
              <a:defRPr sz="2200"/>
            </a:pPr>
            <a:r>
              <a:t>Ch06: Authentication, MFA, Encryption, PKI, Audit Logs</a:t>
            </a:r>
          </a:p>
          <a:p>
            <a:pPr>
              <a:defRPr sz="2200"/>
            </a:pPr>
            <a:r>
              <a:t>?? ???? ???? ??? ?? ?????? ???????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?????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??? ?????? ?????? ?? ???? REST</a:t>
            </a:r>
          </a:p>
          <a:p>
            <a:pPr>
              <a:defRPr sz="2200"/>
            </a:pPr>
            <a:r>
              <a:t>??? ???? ?? Home ??????? ??? API</a:t>
            </a:r>
          </a:p>
          <a:p>
            <a:pPr>
              <a:defRPr sz="2200"/>
            </a:pPr>
            <a:r>
              <a:t>???????? ?? ????? ??? ???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????? ??????? (Home)</a:t>
            </a:r>
          </a:p>
        </p:txBody>
      </p:sp>
      <p:pic>
        <p:nvPicPr>
          <p:cNvPr id="3" name="Picture 2" descr="WhatsApp Image 2026-04-05 at 5.53.0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400800" cy="143345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63093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???? ?? ??????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?????? 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Flutter + Android ?</a:t>
            </a:r>
          </a:p>
          <a:p>
            <a:pPr>
              <a:defRPr sz="2200"/>
            </a:pPr>
            <a:r>
              <a:t>???? ?? 10 ????? ?</a:t>
            </a:r>
          </a:p>
          <a:p>
            <a:pPr>
              <a:defRPr sz="2200"/>
            </a:pPr>
            <a:r>
              <a:t>????? API ?</a:t>
            </a:r>
          </a:p>
          <a:p>
            <a:pPr>
              <a:defRPr sz="2200"/>
            </a:pPr>
            <a:r>
              <a:t>??? ??????? ??? ???? ?????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 ???? ??? 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Login/Register: ????? Session ???? ????????</a:t>
            </a:r>
          </a:p>
          <a:p>
            <a:pPr>
              <a:defRPr sz="2200"/>
            </a:pPr>
            <a:r>
              <a:t>Home: ??? ?????? ????????? ???? ??????</a:t>
            </a:r>
          </a:p>
          <a:p>
            <a:pPr>
              <a:defRPr sz="2200"/>
            </a:pPr>
            <a:r>
              <a:t>Course Detail: ?????? ?? ??????</a:t>
            </a:r>
          </a:p>
          <a:p>
            <a:pPr>
              <a:defRPr sz="2200"/>
            </a:pPr>
            <a:r>
              <a:t>My Learning: ?????? ??????</a:t>
            </a:r>
          </a:p>
          <a:p>
            <a:pPr>
              <a:defRPr sz="2200"/>
            </a:pPr>
            <a:r>
              <a:t>Profile: ?????? ?????? + Material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