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Learnly ? OS2 Course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Mobile Learning App ? Flutter ? Mansoura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Idea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Provide a clear, friendly mobile learning experience</a:t>
            </a:r>
          </a:p>
          <a:p>
            <a:pPr>
              <a:defRPr sz="2200"/>
            </a:pPr>
            <a:r>
              <a:t>Show OS2 security &amp; protection concepts inside UI</a:t>
            </a:r>
          </a:p>
          <a:p>
            <a:pPr>
              <a:defRPr sz="2200"/>
            </a:pPr>
            <a:r>
              <a:t>Meet project requirements exactly (Android + 10+ screens + API)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Main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registration &amp; login</a:t>
            </a:r>
          </a:p>
          <a:p>
            <a:pPr>
              <a:defRPr sz="2200"/>
            </a:pPr>
            <a:r>
              <a:t>Browse courses with categories</a:t>
            </a:r>
          </a:p>
          <a:p>
            <a:pPr>
              <a:defRPr sz="2200"/>
            </a:pPr>
            <a:r>
              <a:t>Course details + enroll / continue</a:t>
            </a:r>
          </a:p>
          <a:p>
            <a:pPr>
              <a:defRPr sz="2200"/>
            </a:pPr>
            <a:r>
              <a:t>My Learning progress tracking</a:t>
            </a:r>
          </a:p>
          <a:p>
            <a:pPr>
              <a:defRPr sz="2200"/>
            </a:pPr>
            <a:r>
              <a:t>Wishlist + Checkout + Certificate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Flutter (Android)</a:t>
            </a:r>
          </a:p>
          <a:p>
            <a:pPr>
              <a:defRPr sz="2200"/>
            </a:pPr>
            <a:r>
              <a:t>REST API integration (DummyJSON)</a:t>
            </a:r>
          </a:p>
          <a:p>
            <a:pPr>
              <a:defRPr sz="2200"/>
            </a:pPr>
            <a:r>
              <a:t>Local session storage (SharedPreferences)</a:t>
            </a:r>
          </a:p>
          <a:p>
            <a:pPr>
              <a:defRPr sz="2200"/>
            </a:pPr>
            <a:r>
              <a:t>CachedNetworkImage for real images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User Journey (Simple)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Splash ? Login/Register</a:t>
            </a:r>
          </a:p>
          <a:p>
            <a:pPr>
              <a:defRPr sz="2200"/>
            </a:pPr>
            <a:r>
              <a:t>Home ? Browse courses</a:t>
            </a:r>
          </a:p>
          <a:p>
            <a:pPr>
              <a:defRPr sz="2200"/>
            </a:pPr>
            <a:r>
              <a:t>Course Detail ? Enroll</a:t>
            </a:r>
          </a:p>
          <a:p>
            <a:pPr>
              <a:defRPr sz="2200"/>
            </a:pPr>
            <a:r>
              <a:t>My Learning ? Resume lessons</a:t>
            </a:r>
          </a:p>
          <a:p>
            <a:pPr>
              <a:defRPr sz="2200"/>
            </a:pPr>
            <a:r>
              <a:t>Profile ? View account info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Screens (13+)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937760"/>
              </a:tblGrid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Splash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Brand &amp; secure boot concept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Authentication + MFA concept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RBAC role assignment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Browse courses + API list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Course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ACL for enrolled vs not enrolled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My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Progress + capability tokens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Video 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Session control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Instructor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Least privilege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Audit log &amp; IDS notes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Wishlist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Access revocation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Payment integrity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PKI &amp; digital signature</a:t>
                      </a:r>
                    </a:p>
                  </a:txBody>
                  <a:tcPr/>
                </a:tc>
              </a:tr>
              <a:tr h="33763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Domain of protection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OS2 Concepts Shown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Ch05: RBAC, ACL, DAC, Capabilities, Least Privilege</a:t>
            </a:r>
          </a:p>
          <a:p>
            <a:pPr>
              <a:defRPr sz="2200"/>
            </a:pPr>
            <a:r>
              <a:t>Ch06: Authentication, MFA, Encryption, PKI, Audit Logs</a:t>
            </a:r>
          </a:p>
          <a:p>
            <a:pPr>
              <a:defRPr sz="2200"/>
            </a:pPr>
            <a:r>
              <a:t>Each screen contains a concept box or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REST 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Courses fetched from public REST API (DummyJSON)</a:t>
            </a:r>
          </a:p>
          <a:p>
            <a:pPr>
              <a:defRPr sz="2200"/>
            </a:pPr>
            <a:r>
              <a:t>Displayed in a dedicated ?API Courses? section</a:t>
            </a:r>
          </a:p>
          <a:p>
            <a:pPr>
              <a:defRPr sz="2200"/>
            </a:pPr>
            <a:r>
              <a:t>Satisfies requirement: Web service API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App UI (Home Screen)</a:t>
            </a:r>
          </a:p>
        </p:txBody>
      </p:sp>
      <p:pic>
        <p:nvPicPr>
          <p:cNvPr id="3" name="Picture 2" descr="WhatsApp Image 2026-04-05 at 5.53.03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6400800" cy="143345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63093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Screenshot from device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Compliance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Android app built with Flutter</a:t>
            </a:r>
          </a:p>
          <a:p>
            <a:pPr>
              <a:defRPr sz="2200"/>
            </a:pPr>
            <a:r>
              <a:t>10+ screens implemented</a:t>
            </a:r>
          </a:p>
          <a:p>
            <a:pPr>
              <a:defRPr sz="2200"/>
            </a:pPr>
            <a:r>
              <a:t>API integration included</a:t>
            </a:r>
          </a:p>
          <a:p>
            <a:pPr>
              <a:defRPr sz="2200"/>
            </a:pPr>
            <a:r>
              <a:t>Works on real device / emulator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What Each Function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Login/Register: creates and saves user session</a:t>
            </a:r>
          </a:p>
          <a:p>
            <a:pPr>
              <a:defRPr sz="2200"/>
            </a:pPr>
            <a:r>
              <a:t>Home: shows categories, featured, API courses</a:t>
            </a:r>
          </a:p>
          <a:p>
            <a:pPr>
              <a:defRPr sz="2200"/>
            </a:pPr>
            <a:r>
              <a:t>Course Detail: enroll or continue</a:t>
            </a:r>
          </a:p>
          <a:p>
            <a:pPr>
              <a:defRPr sz="2200"/>
            </a:pPr>
            <a:r>
              <a:t>My Learning: progress + resume</a:t>
            </a:r>
          </a:p>
          <a:p>
            <a:pPr>
              <a:defRPr sz="2200"/>
            </a:pPr>
            <a:r>
              <a:t>Profile: user data + OS2 material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C2078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Connect Firebase Auth &amp; Firestore</a:t>
            </a:r>
          </a:p>
          <a:p>
            <a:pPr>
              <a:defRPr sz="2200"/>
            </a:pPr>
            <a:r>
              <a:t>Admin panel for course creation</a:t>
            </a:r>
          </a:p>
          <a:p>
            <a:pPr>
              <a:defRPr sz="2200"/>
            </a:pPr>
            <a:r>
              <a:t>Offline caching for lessons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